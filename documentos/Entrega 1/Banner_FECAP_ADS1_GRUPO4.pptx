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T2GO/BijSxQ7FWOfav0GlMsMP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01F2D-781C-4145-B07C-F19A3ABA91E2}" v="115" dt="2026-05-03T20:39:3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05" autoAdjust="0"/>
  </p:normalViewPr>
  <p:slideViewPr>
    <p:cSldViewPr snapToGrid="0">
      <p:cViewPr varScale="1">
        <p:scale>
          <a:sx n="17" d="100"/>
          <a:sy n="17" d="100"/>
        </p:scale>
        <p:origin x="3318" y="84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Em Branc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791595"/>
            <a:ext cx="22761119" cy="14305961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220217" y="13275005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lang="en-US" sz="4762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67768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8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323578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 descr="Gráfico, Gráfico de barras&#10;&#10;O conteúdo gerado por IA pode estar incorreto."/>
          <p:cNvSpPr/>
          <p:nvPr/>
        </p:nvSpPr>
        <p:spPr>
          <a:xfrm>
            <a:off x="15617815" y="16303581"/>
            <a:ext cx="11399871" cy="6657908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lang="en-US" sz="5077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48676" y="2526615"/>
            <a:ext cx="28813800" cy="3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lang="en-US" sz="9334" b="1">
                <a:latin typeface="Open Sans"/>
                <a:ea typeface="Open Sans"/>
                <a:cs typeface="Open Sans"/>
                <a:sym typeface="Open Sans"/>
              </a:rPr>
              <a:t>GESTÃO DE ASSINATURAS DE JOGOS EDUCACIONAIS</a:t>
            </a:r>
            <a:r>
              <a:rPr lang="en-US" sz="11634" b="1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400693" y="6228444"/>
            <a:ext cx="2428620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25"/>
              </a:lnSpc>
              <a:buSzPts val="4762"/>
            </a:pPr>
            <a:r>
              <a:rPr lang="en-US" sz="475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5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4750" b="1" dirty="0">
                <a:latin typeface="Open Sans"/>
                <a:ea typeface="Open Sans"/>
                <a:cs typeface="Open Sans"/>
                <a:sym typeface="Open Sans"/>
              </a:rPr>
              <a:t> Renata Muniz</a:t>
            </a:r>
            <a:r>
              <a:rPr lang="en-US" sz="475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Eduardo</a:t>
            </a:r>
            <a:r>
              <a:rPr lang="en-US" sz="4750" dirty="0"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475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Savino</a:t>
            </a:r>
            <a:r>
              <a:rPr lang="en-US" sz="475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475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Ronaldo Araujo</a:t>
            </a:r>
            <a:r>
              <a:rPr lang="en-US" sz="475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5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Aimar Martins</a:t>
            </a:r>
            <a:r>
              <a:rPr lang="en-US" sz="475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endParaRPr lang="en-US" sz="4750" b="1" dirty="0" err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ct val="140025"/>
              </a:lnSpc>
              <a:buSzPts val="4762"/>
            </a:pPr>
            <a:r>
              <a:rPr lang="en-US" sz="475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Lucy Mari, Daniel </a:t>
            </a:r>
            <a:r>
              <a:rPr lang="en-US" sz="475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Tressoldi</a:t>
            </a:r>
            <a:endParaRPr lang="en-US" sz="475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3110704"/>
            <a:ext cx="12433206" cy="52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400" dirty="0"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3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4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FECAP. Projeto Interdisciplinar — Aplicativo Desktop para Gestão de Assinaturas de Jogos Educacionais. Análise e Desenvolvimento de Sistemas, 1º semestre, 2026.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Documentação oficial Microsoft. C# e .NET.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Documentação SQLite. Banco de Dados Relacional.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70075" y="31719850"/>
            <a:ext cx="12812700" cy="76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As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tecnologias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utilizadas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permitem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criar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aplicação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desktop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funcional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com interface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C#,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armazenamento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SQLite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controle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versão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pelo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Git/GitHub,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garantindo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organização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facilidade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desenvolvimento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projeto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  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410" marR="0" lvl="1" indent="-3702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C#                             </a:t>
            </a:r>
            <a:endParaRPr sz="3430">
              <a:latin typeface="Open Sans"/>
              <a:ea typeface="Open Sans"/>
              <a:cs typeface="Open Sans"/>
            </a:endParaRPr>
          </a:p>
          <a:p>
            <a:pPr marL="740410" marR="0" lvl="1" indent="-3702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.NET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40410" marR="0" lvl="1" indent="-3702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SQLite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40410" marR="0" lvl="1" indent="-3702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Git/GitHub</a:t>
            </a:r>
            <a:endParaRPr sz="3430">
              <a:latin typeface="Open Sans"/>
              <a:ea typeface="Open Sans"/>
              <a:cs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729220" y="10975397"/>
            <a:ext cx="12562800" cy="60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Escolas que utilizam jogos educacionais precisam controlar quais games estão disponíveis, quais pacotes foram contratados, quantos acessos ainda podem ser realizados no mês e quais IPs estão autorizados a acessar o sistema.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Sem uma ferramenta de gestão, esse controle pode se tornar manual, confuso e sujeito a erros, dificultando a organização das assinaturas e o acompanhamento do consumo mensal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9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projeto propõe o desenvolvimento de um aplicativo desktop para gerenciar assinaturas de jogos educacionais por escolas.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solução permite cadastrar games, pacotes e escolas, validar o acesso por IP autorizado, verificar se o pacote está ativo, registrar acessos realizados e bloquear o uso quando o limite mensal for atingido.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também gera relatórios para acompanhar o consumo de cada escola e o uso dos pacotes contratados.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300" cy="5450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Com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sistema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espera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-se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melhorar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controle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assinaturas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educacionais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tornando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processo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organizado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seguro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rastreável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aplicação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permite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administradores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acompanhem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mensal das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escolas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consultem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identifiquem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permitidos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bloqueados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3400" dirty="0">
              <a:latin typeface="Open Sans"/>
              <a:ea typeface="Open Sans"/>
              <a:cs typeface="Open Sans"/>
            </a:endParaRPr>
          </a:p>
          <a:p>
            <a:pPr>
              <a:lnSpc>
                <a:spcPct val="114999"/>
              </a:lnSpc>
              <a:spcBef>
                <a:spcPts val="1200"/>
              </a:spcBef>
              <a:buSzPts val="1100"/>
            </a:pPr>
            <a:endParaRPr lang="en-US" sz="34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5743889" y="25454585"/>
            <a:ext cx="11652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Além disso, o projeto integra conceitos de lógica de programação, banco de dados, redes de computadores, matemática discreta e arquitetura de software.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6934200" y="35319225"/>
            <a:ext cx="6534300" cy="4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0593" lvl="1" indent="-370296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Figma/Canva                             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lvl="1" indent="-370296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Draw.io </a:t>
            </a:r>
            <a:endParaRPr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E58687-1514-9C89-A889-6BA242B0F5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52162" y="17340950"/>
            <a:ext cx="11953445" cy="7150883"/>
          </a:xfrm>
          <a:prstGeom prst="rect">
            <a:avLst/>
          </a:prstGeom>
        </p:spPr>
      </p:pic>
      <p:sp>
        <p:nvSpPr>
          <p:cNvPr id="5" name="Google Shape;131;p1">
            <a:extLst>
              <a:ext uri="{FF2B5EF4-FFF2-40B4-BE49-F238E27FC236}">
                <a16:creationId xmlns:a16="http://schemas.microsoft.com/office/drawing/2014/main" id="{9235A5A7-5036-4670-62AE-70E081387291}"/>
              </a:ext>
            </a:extLst>
          </p:cNvPr>
          <p:cNvSpPr txBox="1"/>
          <p:nvPr/>
        </p:nvSpPr>
        <p:spPr>
          <a:xfrm>
            <a:off x="16350821" y="16348368"/>
            <a:ext cx="10186386" cy="73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50" b="1">
                <a:latin typeface="Open Sans"/>
                <a:ea typeface="Open Sans"/>
                <a:cs typeface="Open Sans"/>
              </a:rPr>
              <a:t>GRAFICO</a:t>
            </a:r>
            <a:endParaRPr lang="en-US" sz="475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Banner_FECAP_ADS1_GRUPO4</Template>
  <TotalTime>3</TotalTime>
  <Words>363</Words>
  <Application>Microsoft Office PowerPoint</Application>
  <PresentationFormat>Personalizar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Inter</vt:lpstr>
      <vt:lpstr>Open Sans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Marcelli</dc:creator>
  <cp:lastModifiedBy>Paulo Marcelli</cp:lastModifiedBy>
  <cp:revision>1</cp:revision>
  <dcterms:created xsi:type="dcterms:W3CDTF">2026-05-03T20:59:50Z</dcterms:created>
  <dcterms:modified xsi:type="dcterms:W3CDTF">2026-05-03T21:03:26Z</dcterms:modified>
</cp:coreProperties>
</file>