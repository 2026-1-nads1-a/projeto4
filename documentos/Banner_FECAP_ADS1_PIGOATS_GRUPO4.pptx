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28800425" cy="43200638"/>
  <p:notesSz cx="6858000" cy="9144000"/>
  <p:embeddedFontLst>
    <p:embeddedFont>
      <p:font typeface="Calibri" panose="020F0502020204030204" pitchFamily="34" charset="0"/>
      <p:regular r:id="rId4"/>
      <p:bold r:id="rId5"/>
      <p:italic r:id="rId6"/>
      <p:boldItalic r:id="rId7"/>
    </p:embeddedFont>
    <p:embeddedFont>
      <p:font typeface="Inter" panose="020B0604020202020204" charset="0"/>
      <p:regular r:id="rId8"/>
      <p:bold r:id="rId9"/>
      <p:italic r:id="rId10"/>
      <p:boldItalic r:id="rId11"/>
    </p:embeddedFont>
    <p:embeddedFont>
      <p:font typeface="Open Sans" panose="020B0604020202020204" charset="0"/>
      <p:regular r:id="rId12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4366">
          <p15:clr>
            <a:srgbClr val="A4A3A4"/>
          </p15:clr>
        </p15:guide>
        <p15:guide id="2" pos="5488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6" roundtripDataSignature="AMtx7mhT2GO/BijSxQ7FWOfav0GlMsMP/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C01F2D-781C-4145-B07C-F19A3ABA91E2}" v="115" dt="2026-05-03T20:39:38.8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005" autoAdjust="0"/>
  </p:normalViewPr>
  <p:slideViewPr>
    <p:cSldViewPr snapToGrid="0">
      <p:cViewPr>
        <p:scale>
          <a:sx n="32" d="100"/>
          <a:sy n="32" d="100"/>
        </p:scale>
        <p:origin x="582" y="810"/>
      </p:cViewPr>
      <p:guideLst>
        <p:guide orient="horz" pos="4366"/>
        <p:guide pos="548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font" Target="fonts/font10.fntdata"/><Relationship Id="rId18" Type="http://schemas.openxmlformats.org/officeDocument/2006/relationships/viewProps" Target="viewProps.xml"/><Relationship Id="rId3" Type="http://schemas.openxmlformats.org/officeDocument/2006/relationships/notesMaster" Target="notesMasters/notesMaster1.xml"/><Relationship Id="rId21" Type="http://schemas.microsoft.com/office/2015/10/relationships/revisionInfo" Target="revisionInfo.xml"/><Relationship Id="rId7" Type="http://schemas.openxmlformats.org/officeDocument/2006/relationships/font" Target="fonts/font4.fntdata"/><Relationship Id="rId12" Type="http://schemas.openxmlformats.org/officeDocument/2006/relationships/font" Target="fonts/font9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customschemas.google.com/relationships/presentationmetadata" Target="meta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5" Type="http://schemas.openxmlformats.org/officeDocument/2006/relationships/font" Target="fonts/font2.fntdata"/><Relationship Id="rId15" Type="http://schemas.openxmlformats.org/officeDocument/2006/relationships/font" Target="fonts/font12.fntdata"/><Relationship Id="rId10" Type="http://schemas.openxmlformats.org/officeDocument/2006/relationships/font" Target="fonts/font7.fntdata"/><Relationship Id="rId19" Type="http://schemas.openxmlformats.org/officeDocument/2006/relationships/theme" Target="theme/theme1.xml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font" Target="fonts/font1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685800"/>
            <a:ext cx="228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Em Branco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ctrTitle"/>
          </p:nvPr>
        </p:nvSpPr>
        <p:spPr>
          <a:xfrm>
            <a:off x="1306910" y="4305947"/>
            <a:ext cx="14811647" cy="2971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pt-BR"/>
              <a:t>Clique para editar o título Mestre</a:t>
            </a:r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subTitle" idx="1"/>
          </p:nvPr>
        </p:nvSpPr>
        <p:spPr>
          <a:xfrm>
            <a:off x="2613820" y="7854662"/>
            <a:ext cx="12197827" cy="3542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1220"/>
              </a:spcBef>
              <a:spcAft>
                <a:spcPts val="0"/>
              </a:spcAft>
              <a:buClr>
                <a:srgbClr val="888888"/>
              </a:buClr>
              <a:buSzPts val="6098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rgbClr val="888888"/>
              </a:buClr>
              <a:buSzPts val="5336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rgbClr val="888888"/>
              </a:buClr>
              <a:buSzPts val="4574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pt-BR"/>
              <a:t>Clique para editar o título Mestre</a:t>
            </a:r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1"/>
          </p:nvPr>
        </p:nvSpPr>
        <p:spPr>
          <a:xfrm>
            <a:off x="871273" y="3234273"/>
            <a:ext cx="15682921" cy="9147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4" name="Google Shape;24;p5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>
            <a:spLocks noGrp="1"/>
          </p:cNvSpPr>
          <p:nvPr>
            <p:ph type="title"/>
          </p:nvPr>
        </p:nvSpPr>
        <p:spPr>
          <a:xfrm>
            <a:off x="1376492" y="8907084"/>
            <a:ext cx="14811647" cy="2752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623"/>
              <a:buFont typeface="Calibri"/>
              <a:buNone/>
              <a:defRPr sz="7623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pt-BR"/>
              <a:t>Clique para editar o título Mestre</a:t>
            </a:r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body" idx="1"/>
          </p:nvPr>
        </p:nvSpPr>
        <p:spPr>
          <a:xfrm>
            <a:off x="1376492" y="5874955"/>
            <a:ext cx="14811647" cy="3032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 sz="3811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rgbClr val="888888"/>
              </a:buClr>
              <a:buSzPts val="3430"/>
              <a:buNone/>
              <a:defRPr sz="343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rgbClr val="888888"/>
              </a:buClr>
              <a:buSzPts val="3049"/>
              <a:buNone/>
              <a:defRPr sz="3049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0" name="Google Shape;30;p6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pt-BR"/>
              <a:t>Clique para editar o título Mestre</a:t>
            </a:r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1"/>
          </p:nvPr>
        </p:nvSpPr>
        <p:spPr>
          <a:xfrm>
            <a:off x="871273" y="3234273"/>
            <a:ext cx="7696248" cy="9147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567436" algn="l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Char char="•"/>
              <a:defRPr sz="5336"/>
            </a:lvl1pPr>
            <a:lvl2pPr marL="914400" lvl="1" indent="-519049" algn="l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–"/>
              <a:defRPr sz="4574"/>
            </a:lvl2pPr>
            <a:lvl3pPr marL="1371600" lvl="2" indent="-470599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3pPr>
            <a:lvl4pPr marL="1828800" lvl="3" indent="-446405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–"/>
              <a:defRPr sz="3430"/>
            </a:lvl4pPr>
            <a:lvl5pPr marL="2286000" lvl="4" indent="-446405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»"/>
              <a:defRPr sz="3430"/>
            </a:lvl5pPr>
            <a:lvl6pPr marL="2743200" lvl="5" indent="-446405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6pPr>
            <a:lvl7pPr marL="3200400" lvl="6" indent="-446405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7pPr>
            <a:lvl8pPr marL="3657600" lvl="7" indent="-446405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8pPr>
            <a:lvl9pPr marL="4114800" lvl="8" indent="-446405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6" name="Google Shape;36;p7"/>
          <p:cNvSpPr txBox="1">
            <a:spLocks noGrp="1"/>
          </p:cNvSpPr>
          <p:nvPr>
            <p:ph type="body" idx="2"/>
          </p:nvPr>
        </p:nvSpPr>
        <p:spPr>
          <a:xfrm>
            <a:off x="8857946" y="3234273"/>
            <a:ext cx="7696248" cy="9147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567436" algn="l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Char char="•"/>
              <a:defRPr sz="5336"/>
            </a:lvl1pPr>
            <a:lvl2pPr marL="914400" lvl="1" indent="-519049" algn="l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–"/>
              <a:defRPr sz="4574"/>
            </a:lvl2pPr>
            <a:lvl3pPr marL="1371600" lvl="2" indent="-470599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3pPr>
            <a:lvl4pPr marL="1828800" lvl="3" indent="-446405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–"/>
              <a:defRPr sz="3430"/>
            </a:lvl4pPr>
            <a:lvl5pPr marL="2286000" lvl="4" indent="-446405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»"/>
              <a:defRPr sz="3430"/>
            </a:lvl5pPr>
            <a:lvl6pPr marL="2743200" lvl="5" indent="-446405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6pPr>
            <a:lvl7pPr marL="3200400" lvl="6" indent="-446405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7pPr>
            <a:lvl8pPr marL="3657600" lvl="7" indent="-446405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8pPr>
            <a:lvl9pPr marL="4114800" lvl="8" indent="-446405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7" name="Google Shape;37;p7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>
            <a:spLocks noGrp="1"/>
          </p:cNvSpPr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385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pt-BR"/>
              <a:t>Clique para editar o título Mestre</a:t>
            </a:r>
            <a:endParaRPr/>
          </a:p>
        </p:txBody>
      </p:sp>
      <p:sp>
        <p:nvSpPr>
          <p:cNvPr id="42" name="Google Shape;42;p8"/>
          <p:cNvSpPr txBox="1">
            <a:spLocks noGrp="1"/>
          </p:cNvSpPr>
          <p:nvPr>
            <p:ph type="body" idx="1"/>
          </p:nvPr>
        </p:nvSpPr>
        <p:spPr>
          <a:xfrm>
            <a:off x="871273" y="3102721"/>
            <a:ext cx="7699274" cy="12930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None/>
              <a:defRPr sz="4574" b="1"/>
            </a:lvl1pPr>
            <a:lvl2pPr marL="914400" lvl="1" indent="-2286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None/>
              <a:defRPr sz="3811" b="1"/>
            </a:lvl2pPr>
            <a:lvl3pPr marL="1371600" lvl="2" indent="-2286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None/>
              <a:defRPr sz="3430" b="1"/>
            </a:lvl3pPr>
            <a:lvl4pPr marL="1828800" lvl="3" indent="-2286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4pPr>
            <a:lvl5pPr marL="2286000" lvl="4" indent="-2286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5pPr>
            <a:lvl6pPr marL="2743200" lvl="5" indent="-2286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6pPr>
            <a:lvl7pPr marL="3200400" lvl="6" indent="-2286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7pPr>
            <a:lvl8pPr marL="3657600" lvl="7" indent="-2286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8pPr>
            <a:lvl9pPr marL="4114800" lvl="8" indent="-2286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3" name="Google Shape;43;p8"/>
          <p:cNvSpPr txBox="1">
            <a:spLocks noGrp="1"/>
          </p:cNvSpPr>
          <p:nvPr>
            <p:ph type="body" idx="2"/>
          </p:nvPr>
        </p:nvSpPr>
        <p:spPr>
          <a:xfrm>
            <a:off x="871273" y="4395787"/>
            <a:ext cx="7699274" cy="7986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519049" algn="l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•"/>
              <a:defRPr sz="4574"/>
            </a:lvl1pPr>
            <a:lvl2pPr marL="914400" lvl="1" indent="-470599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–"/>
              <a:defRPr sz="3811"/>
            </a:lvl2pPr>
            <a:lvl3pPr marL="1371600" lvl="2" indent="-446405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3pPr>
            <a:lvl4pPr marL="1828800" lvl="3" indent="-422212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–"/>
              <a:defRPr sz="3049"/>
            </a:lvl4pPr>
            <a:lvl5pPr marL="2286000" lvl="4" indent="-422211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»"/>
              <a:defRPr sz="3049"/>
            </a:lvl5pPr>
            <a:lvl6pPr marL="2743200" lvl="5" indent="-422211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6pPr>
            <a:lvl7pPr marL="3200400" lvl="6" indent="-422211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7pPr>
            <a:lvl8pPr marL="3657600" lvl="7" indent="-422211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8pPr>
            <a:lvl9pPr marL="4114800" lvl="8" indent="-422211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4" name="Google Shape;44;p8"/>
          <p:cNvSpPr txBox="1">
            <a:spLocks noGrp="1"/>
          </p:cNvSpPr>
          <p:nvPr>
            <p:ph type="body" idx="3"/>
          </p:nvPr>
        </p:nvSpPr>
        <p:spPr>
          <a:xfrm>
            <a:off x="8851896" y="3102721"/>
            <a:ext cx="7702299" cy="12930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None/>
              <a:defRPr sz="4574" b="1"/>
            </a:lvl1pPr>
            <a:lvl2pPr marL="914400" lvl="1" indent="-2286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None/>
              <a:defRPr sz="3811" b="1"/>
            </a:lvl2pPr>
            <a:lvl3pPr marL="1371600" lvl="2" indent="-2286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None/>
              <a:defRPr sz="3430" b="1"/>
            </a:lvl3pPr>
            <a:lvl4pPr marL="1828800" lvl="3" indent="-2286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4pPr>
            <a:lvl5pPr marL="2286000" lvl="4" indent="-2286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5pPr>
            <a:lvl6pPr marL="2743200" lvl="5" indent="-2286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6pPr>
            <a:lvl7pPr marL="3200400" lvl="6" indent="-2286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7pPr>
            <a:lvl8pPr marL="3657600" lvl="7" indent="-2286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8pPr>
            <a:lvl9pPr marL="4114800" lvl="8" indent="-2286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5" name="Google Shape;45;p8"/>
          <p:cNvSpPr txBox="1">
            <a:spLocks noGrp="1"/>
          </p:cNvSpPr>
          <p:nvPr>
            <p:ph type="body" idx="4"/>
          </p:nvPr>
        </p:nvSpPr>
        <p:spPr>
          <a:xfrm>
            <a:off x="8851896" y="4395787"/>
            <a:ext cx="7702299" cy="7986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519049" algn="l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•"/>
              <a:defRPr sz="4574"/>
            </a:lvl1pPr>
            <a:lvl2pPr marL="914400" lvl="1" indent="-470599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–"/>
              <a:defRPr sz="3811"/>
            </a:lvl2pPr>
            <a:lvl3pPr marL="1371600" lvl="2" indent="-446405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3pPr>
            <a:lvl4pPr marL="1828800" lvl="3" indent="-422212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–"/>
              <a:defRPr sz="3049"/>
            </a:lvl4pPr>
            <a:lvl5pPr marL="2286000" lvl="4" indent="-422211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»"/>
              <a:defRPr sz="3049"/>
            </a:lvl5pPr>
            <a:lvl6pPr marL="2743200" lvl="5" indent="-422211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6pPr>
            <a:lvl7pPr marL="3200400" lvl="6" indent="-422211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7pPr>
            <a:lvl8pPr marL="3657600" lvl="7" indent="-422211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8pPr>
            <a:lvl9pPr marL="4114800" lvl="8" indent="-422211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6" name="Google Shape;46;p8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>
            <a:spLocks noGrp="1"/>
          </p:cNvSpPr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pt-BR"/>
              <a:t>Clique para editar o título Mestre</a:t>
            </a:r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>
            <a:spLocks noGrp="1"/>
          </p:cNvSpPr>
          <p:nvPr>
            <p:ph type="title"/>
          </p:nvPr>
        </p:nvSpPr>
        <p:spPr>
          <a:xfrm>
            <a:off x="871274" y="551880"/>
            <a:ext cx="5732859" cy="2348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11"/>
              <a:buFont typeface="Calibri"/>
              <a:buNone/>
              <a:defRPr sz="3811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pt-BR"/>
              <a:t>Clique para editar o título Mestre</a:t>
            </a:r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body" idx="1"/>
          </p:nvPr>
        </p:nvSpPr>
        <p:spPr>
          <a:xfrm>
            <a:off x="6812874" y="551881"/>
            <a:ext cx="9741320" cy="118301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615823" algn="l">
              <a:lnSpc>
                <a:spcPct val="100000"/>
              </a:lnSpc>
              <a:spcBef>
                <a:spcPts val="1220"/>
              </a:spcBef>
              <a:spcAft>
                <a:spcPts val="0"/>
              </a:spcAft>
              <a:buClr>
                <a:schemeClr val="dk1"/>
              </a:buClr>
              <a:buSzPts val="6098"/>
              <a:buChar char="•"/>
              <a:defRPr sz="6098"/>
            </a:lvl1pPr>
            <a:lvl2pPr marL="914400" lvl="1" indent="-567436" algn="l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Char char="–"/>
              <a:defRPr sz="5336"/>
            </a:lvl2pPr>
            <a:lvl3pPr marL="1371600" lvl="2" indent="-519049" algn="l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•"/>
              <a:defRPr sz="4574"/>
            </a:lvl3pPr>
            <a:lvl4pPr marL="1828800" lvl="3" indent="-470599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–"/>
              <a:defRPr sz="3811"/>
            </a:lvl4pPr>
            <a:lvl5pPr marL="2286000" lvl="4" indent="-470598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»"/>
              <a:defRPr sz="3811"/>
            </a:lvl5pPr>
            <a:lvl6pPr marL="2743200" lvl="5" indent="-470598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6pPr>
            <a:lvl7pPr marL="3200400" lvl="6" indent="-470598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7pPr>
            <a:lvl8pPr marL="3657600" lvl="7" indent="-470598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8pPr>
            <a:lvl9pPr marL="4114800" lvl="8" indent="-470598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7" name="Google Shape;57;p10"/>
          <p:cNvSpPr txBox="1">
            <a:spLocks noGrp="1"/>
          </p:cNvSpPr>
          <p:nvPr>
            <p:ph type="body" idx="2"/>
          </p:nvPr>
        </p:nvSpPr>
        <p:spPr>
          <a:xfrm>
            <a:off x="871274" y="2900579"/>
            <a:ext cx="5732859" cy="9481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534"/>
              </a:spcBef>
              <a:spcAft>
                <a:spcPts val="0"/>
              </a:spcAft>
              <a:buClr>
                <a:schemeClr val="dk1"/>
              </a:buClr>
              <a:buSzPts val="2668"/>
              <a:buNone/>
              <a:defRPr sz="2668"/>
            </a:lvl1pPr>
            <a:lvl2pPr marL="914400" lvl="1" indent="-228600" algn="l">
              <a:lnSpc>
                <a:spcPct val="100000"/>
              </a:lnSpc>
              <a:spcBef>
                <a:spcPts val="457"/>
              </a:spcBef>
              <a:spcAft>
                <a:spcPts val="0"/>
              </a:spcAft>
              <a:buClr>
                <a:schemeClr val="dk1"/>
              </a:buClr>
              <a:buSzPts val="2287"/>
              <a:buNone/>
              <a:defRPr sz="2287"/>
            </a:lvl2pPr>
            <a:lvl3pPr marL="1371600" lvl="2" indent="-228600" algn="l">
              <a:lnSpc>
                <a:spcPct val="100000"/>
              </a:lnSpc>
              <a:spcBef>
                <a:spcPts val="381"/>
              </a:spcBef>
              <a:spcAft>
                <a:spcPts val="0"/>
              </a:spcAft>
              <a:buClr>
                <a:schemeClr val="dk1"/>
              </a:buClr>
              <a:buSzPts val="1906"/>
              <a:buNone/>
              <a:defRPr sz="1906"/>
            </a:lvl3pPr>
            <a:lvl4pPr marL="1828800" lvl="3" indent="-2286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4pPr>
            <a:lvl5pPr marL="2286000" lvl="4" indent="-2286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5pPr>
            <a:lvl6pPr marL="2743200" lvl="5" indent="-2286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6pPr>
            <a:lvl7pPr marL="3200400" lvl="6" indent="-2286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7pPr>
            <a:lvl8pPr marL="3657600" lvl="7" indent="-2286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8pPr>
            <a:lvl9pPr marL="4114800" lvl="8" indent="-2286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8" name="Google Shape;58;p10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>
            <a:spLocks noGrp="1"/>
          </p:cNvSpPr>
          <p:nvPr>
            <p:ph type="title"/>
          </p:nvPr>
        </p:nvSpPr>
        <p:spPr>
          <a:xfrm>
            <a:off x="3415514" y="9702817"/>
            <a:ext cx="10455280" cy="1145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11"/>
              <a:buFont typeface="Calibri"/>
              <a:buNone/>
              <a:defRPr sz="3811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pt-BR"/>
              <a:t>Clique para editar o título Mestre</a:t>
            </a:r>
            <a:endParaRPr/>
          </a:p>
        </p:txBody>
      </p:sp>
      <p:sp>
        <p:nvSpPr>
          <p:cNvPr id="63" name="Google Shape;63;p11"/>
          <p:cNvSpPr>
            <a:spLocks noGrp="1"/>
          </p:cNvSpPr>
          <p:nvPr>
            <p:ph type="pic" idx="2"/>
          </p:nvPr>
        </p:nvSpPr>
        <p:spPr>
          <a:xfrm>
            <a:off x="3415514" y="1238521"/>
            <a:ext cx="10455280" cy="83167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>
            <a:spLocks noGrp="1"/>
          </p:cNvSpPr>
          <p:nvPr>
            <p:ph type="body" idx="1"/>
          </p:nvPr>
        </p:nvSpPr>
        <p:spPr>
          <a:xfrm>
            <a:off x="3415514" y="10848290"/>
            <a:ext cx="10455280" cy="1626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534"/>
              </a:spcBef>
              <a:spcAft>
                <a:spcPts val="0"/>
              </a:spcAft>
              <a:buClr>
                <a:schemeClr val="dk1"/>
              </a:buClr>
              <a:buSzPts val="2668"/>
              <a:buNone/>
              <a:defRPr sz="2668"/>
            </a:lvl1pPr>
            <a:lvl2pPr marL="914400" lvl="1" indent="-228600" algn="l">
              <a:lnSpc>
                <a:spcPct val="100000"/>
              </a:lnSpc>
              <a:spcBef>
                <a:spcPts val="457"/>
              </a:spcBef>
              <a:spcAft>
                <a:spcPts val="0"/>
              </a:spcAft>
              <a:buClr>
                <a:schemeClr val="dk1"/>
              </a:buClr>
              <a:buSzPts val="2287"/>
              <a:buNone/>
              <a:defRPr sz="2287"/>
            </a:lvl2pPr>
            <a:lvl3pPr marL="1371600" lvl="2" indent="-228600" algn="l">
              <a:lnSpc>
                <a:spcPct val="100000"/>
              </a:lnSpc>
              <a:spcBef>
                <a:spcPts val="381"/>
              </a:spcBef>
              <a:spcAft>
                <a:spcPts val="0"/>
              </a:spcAft>
              <a:buClr>
                <a:schemeClr val="dk1"/>
              </a:buClr>
              <a:buSzPts val="1906"/>
              <a:buNone/>
              <a:defRPr sz="1906"/>
            </a:lvl3pPr>
            <a:lvl4pPr marL="1828800" lvl="3" indent="-2286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4pPr>
            <a:lvl5pPr marL="2286000" lvl="4" indent="-2286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5pPr>
            <a:lvl6pPr marL="2743200" lvl="5" indent="-2286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6pPr>
            <a:lvl7pPr marL="3200400" lvl="6" indent="-2286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7pPr>
            <a:lvl8pPr marL="3657600" lvl="7" indent="-2286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8pPr>
            <a:lvl9pPr marL="4114800" lvl="8" indent="-2286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5" name="Google Shape;65;p11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>
            <a:spLocks noGrp="1"/>
          </p:cNvSpPr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pt-BR"/>
              <a:t>Clique para editar o título Mestre</a:t>
            </a:r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body" idx="1"/>
          </p:nvPr>
        </p:nvSpPr>
        <p:spPr>
          <a:xfrm rot="5400000">
            <a:off x="4138869" y="-33322"/>
            <a:ext cx="9147730" cy="15682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71" name="Google Shape;71;p12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2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>
            <a:spLocks noGrp="1"/>
          </p:cNvSpPr>
          <p:nvPr>
            <p:ph type="title"/>
          </p:nvPr>
        </p:nvSpPr>
        <p:spPr>
          <a:xfrm rot="5400000">
            <a:off x="8680373" y="4508182"/>
            <a:ext cx="11826913" cy="3920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pt-BR"/>
              <a:t>Clique para editar o título Mestre</a:t>
            </a:r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body" idx="1"/>
          </p:nvPr>
        </p:nvSpPr>
        <p:spPr>
          <a:xfrm rot="5400000">
            <a:off x="693699" y="732664"/>
            <a:ext cx="11826913" cy="11471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77" name="Google Shape;77;p13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>
            <a:spLocks noGrp="1"/>
          </p:cNvSpPr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385"/>
              <a:buFont typeface="Calibri"/>
              <a:buNone/>
              <a:defRPr sz="838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2"/>
          <p:cNvSpPr txBox="1">
            <a:spLocks noGrp="1"/>
          </p:cNvSpPr>
          <p:nvPr>
            <p:ph type="body" idx="1"/>
          </p:nvPr>
        </p:nvSpPr>
        <p:spPr>
          <a:xfrm>
            <a:off x="871273" y="3234273"/>
            <a:ext cx="15682921" cy="9147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615823" algn="l" rtl="0">
              <a:lnSpc>
                <a:spcPct val="100000"/>
              </a:lnSpc>
              <a:spcBef>
                <a:spcPts val="1220"/>
              </a:spcBef>
              <a:spcAft>
                <a:spcPts val="0"/>
              </a:spcAft>
              <a:buClr>
                <a:schemeClr val="dk1"/>
              </a:buClr>
              <a:buSzPts val="6098"/>
              <a:buFont typeface="Arial"/>
              <a:buChar char="•"/>
              <a:defRPr sz="609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567436" algn="l" rtl="0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Font typeface="Arial"/>
              <a:buChar char="–"/>
              <a:defRPr sz="533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519049" algn="l" rtl="0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Font typeface="Arial"/>
              <a:buChar char="•"/>
              <a:defRPr sz="457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470599" algn="l" rtl="0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–"/>
              <a:defRPr sz="3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470598" algn="l" rtl="0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»"/>
              <a:defRPr sz="3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470598" algn="l" rtl="0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sz="3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470598" algn="l" rtl="0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sz="3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470598" algn="l" rtl="0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sz="3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470598" algn="l" rtl="0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sz="3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4F37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"/>
          <p:cNvGrpSpPr/>
          <p:nvPr/>
        </p:nvGrpSpPr>
        <p:grpSpPr>
          <a:xfrm>
            <a:off x="-234721" y="36273035"/>
            <a:ext cx="29324843" cy="6968084"/>
            <a:chOff x="0" y="-47625"/>
            <a:chExt cx="3032124" cy="655203"/>
          </a:xfrm>
        </p:grpSpPr>
        <p:sp>
          <p:nvSpPr>
            <p:cNvPr id="85" name="Google Shape;85;p1"/>
            <p:cNvSpPr/>
            <p:nvPr/>
          </p:nvSpPr>
          <p:spPr>
            <a:xfrm>
              <a:off x="0" y="0"/>
              <a:ext cx="3032124" cy="607578"/>
            </a:xfrm>
            <a:custGeom>
              <a:avLst/>
              <a:gdLst/>
              <a:ahLst/>
              <a:cxnLst/>
              <a:rect l="l" t="t" r="r" b="b"/>
              <a:pathLst>
                <a:path w="3032124" h="607578" extrusionOk="0">
                  <a:moveTo>
                    <a:pt x="0" y="0"/>
                  </a:moveTo>
                  <a:lnTo>
                    <a:pt x="3032124" y="0"/>
                  </a:lnTo>
                  <a:lnTo>
                    <a:pt x="3032124" y="607578"/>
                  </a:lnTo>
                  <a:lnTo>
                    <a:pt x="0" y="607578"/>
                  </a:lnTo>
                  <a:close/>
                </a:path>
              </a:pathLst>
            </a:custGeom>
            <a:solidFill>
              <a:srgbClr val="10E68E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endParaRPr sz="676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" name="Google Shape;86;p1"/>
            <p:cNvSpPr txBox="1"/>
            <p:nvPr/>
          </p:nvSpPr>
          <p:spPr>
            <a:xfrm>
              <a:off x="0" y="-47625"/>
              <a:ext cx="3032124" cy="6552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endParaRPr sz="676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7" name="Google Shape;87;p1"/>
          <p:cNvSpPr/>
          <p:nvPr/>
        </p:nvSpPr>
        <p:spPr>
          <a:xfrm>
            <a:off x="3163237" y="34791595"/>
            <a:ext cx="22761119" cy="14305961"/>
          </a:xfrm>
          <a:custGeom>
            <a:avLst/>
            <a:gdLst/>
            <a:ahLst/>
            <a:cxnLst/>
            <a:rect l="l" t="t" r="r" b="b"/>
            <a:pathLst>
              <a:path w="11948094" h="7509691" extrusionOk="0">
                <a:moveTo>
                  <a:pt x="0" y="0"/>
                </a:moveTo>
                <a:lnTo>
                  <a:pt x="11948094" y="0"/>
                </a:lnTo>
                <a:lnTo>
                  <a:pt x="11948094" y="7509692"/>
                </a:lnTo>
                <a:lnTo>
                  <a:pt x="0" y="75096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48958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69"/>
              <a:buFont typeface="Arial"/>
              <a:buNone/>
            </a:pPr>
            <a:endParaRPr sz="6769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8" name="Google Shape;88;p1"/>
          <p:cNvGrpSpPr/>
          <p:nvPr/>
        </p:nvGrpSpPr>
        <p:grpSpPr>
          <a:xfrm>
            <a:off x="-234720" y="28800364"/>
            <a:ext cx="29304069" cy="9759747"/>
            <a:chOff x="0" y="-47625"/>
            <a:chExt cx="3163653" cy="917701"/>
          </a:xfrm>
        </p:grpSpPr>
        <p:sp>
          <p:nvSpPr>
            <p:cNvPr id="89" name="Google Shape;89;p1"/>
            <p:cNvSpPr/>
            <p:nvPr/>
          </p:nvSpPr>
          <p:spPr>
            <a:xfrm>
              <a:off x="0" y="0"/>
              <a:ext cx="3163653" cy="870076"/>
            </a:xfrm>
            <a:custGeom>
              <a:avLst/>
              <a:gdLst/>
              <a:ahLst/>
              <a:cxnLst/>
              <a:rect l="l" t="t" r="r" b="b"/>
              <a:pathLst>
                <a:path w="3163653" h="870076" extrusionOk="0">
                  <a:moveTo>
                    <a:pt x="0" y="0"/>
                  </a:moveTo>
                  <a:lnTo>
                    <a:pt x="3163653" y="0"/>
                  </a:lnTo>
                  <a:lnTo>
                    <a:pt x="3163653" y="870076"/>
                  </a:lnTo>
                  <a:lnTo>
                    <a:pt x="0" y="870076"/>
                  </a:lnTo>
                  <a:close/>
                </a:path>
              </a:pathLst>
            </a:custGeom>
            <a:solidFill>
              <a:srgbClr val="044F3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endParaRPr sz="676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" name="Google Shape;90;p1"/>
            <p:cNvSpPr txBox="1"/>
            <p:nvPr/>
          </p:nvSpPr>
          <p:spPr>
            <a:xfrm>
              <a:off x="0" y="-47625"/>
              <a:ext cx="3163653" cy="9177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l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endParaRPr sz="676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1" name="Google Shape;91;p1"/>
          <p:cNvGrpSpPr/>
          <p:nvPr/>
        </p:nvGrpSpPr>
        <p:grpSpPr>
          <a:xfrm>
            <a:off x="-234719" y="21010291"/>
            <a:ext cx="29324842" cy="9460531"/>
            <a:chOff x="0" y="-47625"/>
            <a:chExt cx="3225442" cy="889566"/>
          </a:xfrm>
        </p:grpSpPr>
        <p:sp>
          <p:nvSpPr>
            <p:cNvPr id="92" name="Google Shape;92;p1"/>
            <p:cNvSpPr/>
            <p:nvPr/>
          </p:nvSpPr>
          <p:spPr>
            <a:xfrm>
              <a:off x="0" y="0"/>
              <a:ext cx="3225442" cy="841941"/>
            </a:xfrm>
            <a:custGeom>
              <a:avLst/>
              <a:gdLst/>
              <a:ahLst/>
              <a:cxnLst/>
              <a:rect l="l" t="t" r="r" b="b"/>
              <a:pathLst>
                <a:path w="3225442" h="841941" extrusionOk="0">
                  <a:moveTo>
                    <a:pt x="0" y="0"/>
                  </a:moveTo>
                  <a:lnTo>
                    <a:pt x="3225442" y="0"/>
                  </a:lnTo>
                  <a:lnTo>
                    <a:pt x="3225442" y="841941"/>
                  </a:lnTo>
                  <a:lnTo>
                    <a:pt x="0" y="841941"/>
                  </a:lnTo>
                  <a:close/>
                </a:path>
              </a:pathLst>
            </a:custGeom>
            <a:solidFill>
              <a:srgbClr val="02332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endParaRPr sz="676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93;p1"/>
            <p:cNvSpPr txBox="1"/>
            <p:nvPr/>
          </p:nvSpPr>
          <p:spPr>
            <a:xfrm>
              <a:off x="0" y="-47625"/>
              <a:ext cx="3225442" cy="8895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endParaRPr sz="676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4" name="Google Shape;94;p1"/>
          <p:cNvGrpSpPr/>
          <p:nvPr/>
        </p:nvGrpSpPr>
        <p:grpSpPr>
          <a:xfrm>
            <a:off x="-234720" y="15561373"/>
            <a:ext cx="29304069" cy="8372962"/>
            <a:chOff x="0" y="-47625"/>
            <a:chExt cx="3032124" cy="787302"/>
          </a:xfrm>
        </p:grpSpPr>
        <p:sp>
          <p:nvSpPr>
            <p:cNvPr id="95" name="Google Shape;95;p1"/>
            <p:cNvSpPr/>
            <p:nvPr/>
          </p:nvSpPr>
          <p:spPr>
            <a:xfrm>
              <a:off x="0" y="0"/>
              <a:ext cx="3032124" cy="739677"/>
            </a:xfrm>
            <a:custGeom>
              <a:avLst/>
              <a:gdLst/>
              <a:ahLst/>
              <a:cxnLst/>
              <a:rect l="l" t="t" r="r" b="b"/>
              <a:pathLst>
                <a:path w="3032124" h="739677" extrusionOk="0">
                  <a:moveTo>
                    <a:pt x="0" y="0"/>
                  </a:moveTo>
                  <a:lnTo>
                    <a:pt x="3032124" y="0"/>
                  </a:lnTo>
                  <a:lnTo>
                    <a:pt x="3032124" y="739677"/>
                  </a:lnTo>
                  <a:lnTo>
                    <a:pt x="0" y="739677"/>
                  </a:lnTo>
                  <a:close/>
                </a:path>
              </a:pathLst>
            </a:custGeom>
            <a:solidFill>
              <a:srgbClr val="0B9E6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endParaRPr sz="676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p1"/>
            <p:cNvSpPr txBox="1"/>
            <p:nvPr/>
          </p:nvSpPr>
          <p:spPr>
            <a:xfrm>
              <a:off x="0" y="-47625"/>
              <a:ext cx="3032124" cy="7873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endParaRPr sz="676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7" name="Google Shape;97;p1"/>
          <p:cNvGrpSpPr/>
          <p:nvPr/>
        </p:nvGrpSpPr>
        <p:grpSpPr>
          <a:xfrm>
            <a:off x="-234719" y="6816147"/>
            <a:ext cx="29304069" cy="9226118"/>
            <a:chOff x="0" y="-47625"/>
            <a:chExt cx="3218728" cy="867524"/>
          </a:xfrm>
        </p:grpSpPr>
        <p:sp>
          <p:nvSpPr>
            <p:cNvPr id="98" name="Google Shape;98;p1"/>
            <p:cNvSpPr/>
            <p:nvPr/>
          </p:nvSpPr>
          <p:spPr>
            <a:xfrm>
              <a:off x="0" y="0"/>
              <a:ext cx="3218728" cy="819899"/>
            </a:xfrm>
            <a:custGeom>
              <a:avLst/>
              <a:gdLst/>
              <a:ahLst/>
              <a:cxnLst/>
              <a:rect l="l" t="t" r="r" b="b"/>
              <a:pathLst>
                <a:path w="3218728" h="819899" extrusionOk="0">
                  <a:moveTo>
                    <a:pt x="0" y="0"/>
                  </a:moveTo>
                  <a:lnTo>
                    <a:pt x="3218728" y="0"/>
                  </a:lnTo>
                  <a:lnTo>
                    <a:pt x="3218728" y="819899"/>
                  </a:lnTo>
                  <a:lnTo>
                    <a:pt x="0" y="819899"/>
                  </a:lnTo>
                  <a:close/>
                </a:path>
              </a:pathLst>
            </a:custGeom>
            <a:solidFill>
              <a:srgbClr val="07734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endParaRPr sz="676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99;p1"/>
            <p:cNvSpPr txBox="1"/>
            <p:nvPr/>
          </p:nvSpPr>
          <p:spPr>
            <a:xfrm>
              <a:off x="0" y="-47625"/>
              <a:ext cx="3218728" cy="86752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endParaRPr sz="676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0" name="Google Shape;100;p1"/>
          <p:cNvGrpSpPr/>
          <p:nvPr/>
        </p:nvGrpSpPr>
        <p:grpSpPr>
          <a:xfrm>
            <a:off x="-234719" y="-573881"/>
            <a:ext cx="29324841" cy="9050021"/>
            <a:chOff x="0" y="-47625"/>
            <a:chExt cx="2755436" cy="850966"/>
          </a:xfrm>
        </p:grpSpPr>
        <p:sp>
          <p:nvSpPr>
            <p:cNvPr id="101" name="Google Shape;101;p1"/>
            <p:cNvSpPr/>
            <p:nvPr/>
          </p:nvSpPr>
          <p:spPr>
            <a:xfrm>
              <a:off x="0" y="0"/>
              <a:ext cx="2755436" cy="803341"/>
            </a:xfrm>
            <a:custGeom>
              <a:avLst/>
              <a:gdLst/>
              <a:ahLst/>
              <a:cxnLst/>
              <a:rect l="l" t="t" r="r" b="b"/>
              <a:pathLst>
                <a:path w="2755436" h="803341" extrusionOk="0">
                  <a:moveTo>
                    <a:pt x="0" y="0"/>
                  </a:moveTo>
                  <a:lnTo>
                    <a:pt x="2755436" y="0"/>
                  </a:lnTo>
                  <a:lnTo>
                    <a:pt x="2755436" y="803341"/>
                  </a:lnTo>
                  <a:lnTo>
                    <a:pt x="0" y="803341"/>
                  </a:lnTo>
                  <a:close/>
                </a:path>
              </a:pathLst>
            </a:custGeom>
            <a:solidFill>
              <a:srgbClr val="10E68E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endParaRPr sz="676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" name="Google Shape;102;p1"/>
            <p:cNvSpPr txBox="1"/>
            <p:nvPr/>
          </p:nvSpPr>
          <p:spPr>
            <a:xfrm>
              <a:off x="0" y="-47625"/>
              <a:ext cx="2755436" cy="8509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endParaRPr sz="676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3" name="Google Shape;103;p1"/>
          <p:cNvGrpSpPr/>
          <p:nvPr/>
        </p:nvGrpSpPr>
        <p:grpSpPr>
          <a:xfrm rot="-5400000">
            <a:off x="11220217" y="13275005"/>
            <a:ext cx="20464104" cy="13034120"/>
            <a:chOff x="0" y="-47625"/>
            <a:chExt cx="1922704" cy="1224620"/>
          </a:xfrm>
        </p:grpSpPr>
        <p:sp>
          <p:nvSpPr>
            <p:cNvPr id="104" name="Google Shape;104;p1"/>
            <p:cNvSpPr/>
            <p:nvPr/>
          </p:nvSpPr>
          <p:spPr>
            <a:xfrm>
              <a:off x="0" y="0"/>
              <a:ext cx="1922704" cy="1176995"/>
            </a:xfrm>
            <a:custGeom>
              <a:avLst/>
              <a:gdLst/>
              <a:ahLst/>
              <a:cxnLst/>
              <a:rect l="l" t="t" r="r" b="b"/>
              <a:pathLst>
                <a:path w="1922704" h="1176995" extrusionOk="0">
                  <a:moveTo>
                    <a:pt x="0" y="0"/>
                  </a:moveTo>
                  <a:lnTo>
                    <a:pt x="1922704" y="0"/>
                  </a:lnTo>
                  <a:lnTo>
                    <a:pt x="1922704" y="1176995"/>
                  </a:lnTo>
                  <a:lnTo>
                    <a:pt x="0" y="1176995"/>
                  </a:lnTo>
                  <a:close/>
                </a:path>
              </a:pathLst>
            </a:custGeom>
            <a:solidFill>
              <a:srgbClr val="FFFFFF"/>
            </a:solidFill>
            <a:ln w="1905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endParaRPr sz="676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1"/>
            <p:cNvSpPr txBox="1"/>
            <p:nvPr/>
          </p:nvSpPr>
          <p:spPr>
            <a:xfrm>
              <a:off x="0" y="-47625"/>
              <a:ext cx="1922704" cy="12246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9000" tIns="89000" rIns="89000" bIns="89000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endParaRPr sz="676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6" name="Google Shape;106;p1"/>
          <p:cNvGrpSpPr/>
          <p:nvPr/>
        </p:nvGrpSpPr>
        <p:grpSpPr>
          <a:xfrm>
            <a:off x="927180" y="30011217"/>
            <a:ext cx="13848538" cy="9234980"/>
            <a:chOff x="0" y="-47625"/>
            <a:chExt cx="1302166" cy="868357"/>
          </a:xfrm>
        </p:grpSpPr>
        <p:sp>
          <p:nvSpPr>
            <p:cNvPr id="107" name="Google Shape;107;p1"/>
            <p:cNvSpPr/>
            <p:nvPr/>
          </p:nvSpPr>
          <p:spPr>
            <a:xfrm>
              <a:off x="0" y="0"/>
              <a:ext cx="1302166" cy="820732"/>
            </a:xfrm>
            <a:custGeom>
              <a:avLst/>
              <a:gdLst/>
              <a:ahLst/>
              <a:cxnLst/>
              <a:rect l="l" t="t" r="r" b="b"/>
              <a:pathLst>
                <a:path w="1302166" h="820732" extrusionOk="0">
                  <a:moveTo>
                    <a:pt x="0" y="0"/>
                  </a:moveTo>
                  <a:lnTo>
                    <a:pt x="1302166" y="0"/>
                  </a:lnTo>
                  <a:lnTo>
                    <a:pt x="1302166" y="820732"/>
                  </a:lnTo>
                  <a:lnTo>
                    <a:pt x="0" y="820732"/>
                  </a:lnTo>
                  <a:close/>
                </a:path>
              </a:pathLst>
            </a:custGeom>
            <a:solidFill>
              <a:srgbClr val="FFFFFF"/>
            </a:solidFill>
            <a:ln w="1905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endParaRPr sz="676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1"/>
            <p:cNvSpPr txBox="1"/>
            <p:nvPr/>
          </p:nvSpPr>
          <p:spPr>
            <a:xfrm>
              <a:off x="0" y="-47625"/>
              <a:ext cx="1302166" cy="868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endParaRPr sz="676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9" name="Google Shape;109;p1"/>
          <p:cNvGrpSpPr/>
          <p:nvPr/>
        </p:nvGrpSpPr>
        <p:grpSpPr>
          <a:xfrm>
            <a:off x="15403306" y="30138544"/>
            <a:ext cx="12527228" cy="8125799"/>
            <a:chOff x="0" y="-314078"/>
            <a:chExt cx="8764870" cy="5685342"/>
          </a:xfrm>
        </p:grpSpPr>
        <p:grpSp>
          <p:nvGrpSpPr>
            <p:cNvPr id="110" name="Google Shape;110;p1"/>
            <p:cNvGrpSpPr/>
            <p:nvPr/>
          </p:nvGrpSpPr>
          <p:grpSpPr>
            <a:xfrm>
              <a:off x="0" y="-314078"/>
              <a:ext cx="8764870" cy="5685342"/>
              <a:chOff x="0" y="-47625"/>
              <a:chExt cx="1329056" cy="862094"/>
            </a:xfrm>
          </p:grpSpPr>
          <p:sp>
            <p:nvSpPr>
              <p:cNvPr id="111" name="Google Shape;111;p1"/>
              <p:cNvSpPr/>
              <p:nvPr/>
            </p:nvSpPr>
            <p:spPr>
              <a:xfrm>
                <a:off x="0" y="0"/>
                <a:ext cx="1329056" cy="814469"/>
              </a:xfrm>
              <a:custGeom>
                <a:avLst/>
                <a:gdLst/>
                <a:ahLst/>
                <a:cxnLst/>
                <a:rect l="l" t="t" r="r" b="b"/>
                <a:pathLst>
                  <a:path w="1329056" h="814469" extrusionOk="0">
                    <a:moveTo>
                      <a:pt x="0" y="0"/>
                    </a:moveTo>
                    <a:lnTo>
                      <a:pt x="1329056" y="0"/>
                    </a:lnTo>
                    <a:lnTo>
                      <a:pt x="1329056" y="814469"/>
                    </a:lnTo>
                    <a:lnTo>
                      <a:pt x="0" y="814469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 cmpd="sng">
                <a:solidFill>
                  <a:srgbClr val="00000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769"/>
                  <a:buFont typeface="Arial"/>
                  <a:buNone/>
                </a:pPr>
                <a:endParaRPr sz="6769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" name="Google Shape;112;p1"/>
              <p:cNvSpPr txBox="1"/>
              <p:nvPr/>
            </p:nvSpPr>
            <p:spPr>
              <a:xfrm>
                <a:off x="0" y="-47625"/>
                <a:ext cx="1329056" cy="8620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6800" tIns="96800" rIns="96800" bIns="96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12217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769"/>
                  <a:buFont typeface="Arial"/>
                  <a:buNone/>
                </a:pPr>
                <a:endParaRPr sz="6769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13" name="Google Shape;113;p1"/>
            <p:cNvSpPr txBox="1"/>
            <p:nvPr/>
          </p:nvSpPr>
          <p:spPr>
            <a:xfrm>
              <a:off x="1064598" y="75049"/>
              <a:ext cx="6635674" cy="4333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100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62"/>
                <a:buFont typeface="Arial"/>
                <a:buNone/>
              </a:pPr>
              <a:r>
                <a:rPr lang="en-US" sz="4762" b="1" i="0" u="none" strike="noStrike" cap="none" dirty="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REFERÊNCIAS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4" name="Google Shape;114;p1"/>
          <p:cNvSpPr/>
          <p:nvPr/>
        </p:nvSpPr>
        <p:spPr>
          <a:xfrm>
            <a:off x="-916543" y="167768"/>
            <a:ext cx="8571184" cy="2454222"/>
          </a:xfrm>
          <a:custGeom>
            <a:avLst/>
            <a:gdLst/>
            <a:ahLst/>
            <a:cxnLst/>
            <a:rect l="l" t="t" r="r" b="b"/>
            <a:pathLst>
              <a:path w="4497722" h="1287851" extrusionOk="0">
                <a:moveTo>
                  <a:pt x="0" y="0"/>
                </a:moveTo>
                <a:lnTo>
                  <a:pt x="4497722" y="0"/>
                </a:lnTo>
                <a:lnTo>
                  <a:pt x="4497722" y="1287851"/>
                </a:lnTo>
                <a:lnTo>
                  <a:pt x="0" y="128785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69"/>
              <a:buFont typeface="Arial"/>
              <a:buNone/>
            </a:pPr>
            <a:endParaRPr sz="6769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"/>
          <p:cNvSpPr/>
          <p:nvPr/>
        </p:nvSpPr>
        <p:spPr>
          <a:xfrm>
            <a:off x="3163237" y="-4997460"/>
            <a:ext cx="22769151" cy="14311010"/>
          </a:xfrm>
          <a:custGeom>
            <a:avLst/>
            <a:gdLst/>
            <a:ahLst/>
            <a:cxnLst/>
            <a:rect l="l" t="t" r="r" b="b"/>
            <a:pathLst>
              <a:path w="11948094" h="7509691" extrusionOk="0">
                <a:moveTo>
                  <a:pt x="0" y="0"/>
                </a:moveTo>
                <a:lnTo>
                  <a:pt x="11948094" y="0"/>
                </a:lnTo>
                <a:lnTo>
                  <a:pt x="11948094" y="7509691"/>
                </a:lnTo>
                <a:lnTo>
                  <a:pt x="0" y="75096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48958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69"/>
              <a:buFont typeface="Arial"/>
              <a:buNone/>
            </a:pPr>
            <a:endParaRPr sz="6869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"/>
          <p:cNvSpPr/>
          <p:nvPr/>
        </p:nvSpPr>
        <p:spPr>
          <a:xfrm>
            <a:off x="21014306" y="323578"/>
            <a:ext cx="7228385" cy="2335060"/>
          </a:xfrm>
          <a:custGeom>
            <a:avLst/>
            <a:gdLst/>
            <a:ahLst/>
            <a:cxnLst/>
            <a:rect l="l" t="t" r="r" b="b"/>
            <a:pathLst>
              <a:path w="3793089" h="1225321" extrusionOk="0">
                <a:moveTo>
                  <a:pt x="0" y="0"/>
                </a:moveTo>
                <a:lnTo>
                  <a:pt x="3793089" y="0"/>
                </a:lnTo>
                <a:lnTo>
                  <a:pt x="3793089" y="1225321"/>
                </a:lnTo>
                <a:lnTo>
                  <a:pt x="0" y="12253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69"/>
              <a:buFont typeface="Arial"/>
              <a:buNone/>
            </a:pPr>
            <a:endParaRPr sz="6769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"/>
          <p:cNvSpPr txBox="1"/>
          <p:nvPr/>
        </p:nvSpPr>
        <p:spPr>
          <a:xfrm>
            <a:off x="5432058" y="12099877"/>
            <a:ext cx="4989818" cy="658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96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77"/>
              <a:buFont typeface="Arial"/>
              <a:buNone/>
            </a:pPr>
            <a:r>
              <a:rPr lang="en-US" sz="5077" b="1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INTRODUÇÃO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9" name="Google Shape;119;p1"/>
          <p:cNvGrpSpPr/>
          <p:nvPr/>
        </p:nvGrpSpPr>
        <p:grpSpPr>
          <a:xfrm rot="-5400000">
            <a:off x="2494601" y="7477176"/>
            <a:ext cx="10206805" cy="14355430"/>
            <a:chOff x="0" y="-47625"/>
            <a:chExt cx="958980" cy="1348764"/>
          </a:xfrm>
        </p:grpSpPr>
        <p:sp>
          <p:nvSpPr>
            <p:cNvPr id="120" name="Google Shape;120;p1"/>
            <p:cNvSpPr/>
            <p:nvPr/>
          </p:nvSpPr>
          <p:spPr>
            <a:xfrm>
              <a:off x="0" y="0"/>
              <a:ext cx="958980" cy="1301139"/>
            </a:xfrm>
            <a:custGeom>
              <a:avLst/>
              <a:gdLst/>
              <a:ahLst/>
              <a:cxnLst/>
              <a:rect l="l" t="t" r="r" b="b"/>
              <a:pathLst>
                <a:path w="958980" h="1301139" extrusionOk="0">
                  <a:moveTo>
                    <a:pt x="0" y="0"/>
                  </a:moveTo>
                  <a:lnTo>
                    <a:pt x="958980" y="0"/>
                  </a:lnTo>
                  <a:lnTo>
                    <a:pt x="958980" y="1301139"/>
                  </a:lnTo>
                  <a:lnTo>
                    <a:pt x="0" y="1301139"/>
                  </a:lnTo>
                  <a:close/>
                </a:path>
              </a:pathLst>
            </a:custGeom>
            <a:solidFill>
              <a:srgbClr val="FFFFFF"/>
            </a:solidFill>
            <a:ln w="1905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endParaRPr sz="676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" name="Google Shape;121;p1"/>
            <p:cNvSpPr txBox="1"/>
            <p:nvPr/>
          </p:nvSpPr>
          <p:spPr>
            <a:xfrm>
              <a:off x="0" y="-47625"/>
              <a:ext cx="958980" cy="13487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9000" tIns="89000" rIns="89000" bIns="89000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endParaRPr sz="676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2" name="Google Shape;122;p1"/>
          <p:cNvGrpSpPr/>
          <p:nvPr/>
        </p:nvGrpSpPr>
        <p:grpSpPr>
          <a:xfrm rot="-5400000">
            <a:off x="2616002" y="17805386"/>
            <a:ext cx="9963998" cy="14355430"/>
            <a:chOff x="0" y="-47625"/>
            <a:chExt cx="936167" cy="1348764"/>
          </a:xfrm>
        </p:grpSpPr>
        <p:sp>
          <p:nvSpPr>
            <p:cNvPr id="123" name="Google Shape;123;p1"/>
            <p:cNvSpPr/>
            <p:nvPr/>
          </p:nvSpPr>
          <p:spPr>
            <a:xfrm>
              <a:off x="0" y="0"/>
              <a:ext cx="936167" cy="1301139"/>
            </a:xfrm>
            <a:custGeom>
              <a:avLst/>
              <a:gdLst/>
              <a:ahLst/>
              <a:cxnLst/>
              <a:rect l="l" t="t" r="r" b="b"/>
              <a:pathLst>
                <a:path w="936167" h="1301139" extrusionOk="0">
                  <a:moveTo>
                    <a:pt x="0" y="0"/>
                  </a:moveTo>
                  <a:lnTo>
                    <a:pt x="936167" y="0"/>
                  </a:lnTo>
                  <a:lnTo>
                    <a:pt x="936167" y="1301139"/>
                  </a:lnTo>
                  <a:lnTo>
                    <a:pt x="0" y="1301139"/>
                  </a:lnTo>
                  <a:close/>
                </a:path>
              </a:pathLst>
            </a:custGeom>
            <a:solidFill>
              <a:srgbClr val="FFFFFF"/>
            </a:solidFill>
            <a:ln w="1905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endParaRPr sz="676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" name="Google Shape;124;p1"/>
            <p:cNvSpPr txBox="1"/>
            <p:nvPr/>
          </p:nvSpPr>
          <p:spPr>
            <a:xfrm>
              <a:off x="0" y="-47625"/>
              <a:ext cx="936167" cy="13487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9000" tIns="89000" rIns="89000" bIns="89000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endParaRPr sz="676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5" name="Google Shape;125;p1"/>
          <p:cNvSpPr/>
          <p:nvPr/>
        </p:nvSpPr>
        <p:spPr>
          <a:xfrm>
            <a:off x="22527251" y="36801439"/>
            <a:ext cx="5609093" cy="5642282"/>
          </a:xfrm>
          <a:custGeom>
            <a:avLst/>
            <a:gdLst/>
            <a:ahLst/>
            <a:cxnLst/>
            <a:rect l="l" t="t" r="r" b="b"/>
            <a:pathLst>
              <a:path w="2943367" h="2960783" extrusionOk="0">
                <a:moveTo>
                  <a:pt x="0" y="0"/>
                </a:moveTo>
                <a:lnTo>
                  <a:pt x="2943367" y="0"/>
                </a:lnTo>
                <a:lnTo>
                  <a:pt x="2943367" y="2960784"/>
                </a:lnTo>
                <a:lnTo>
                  <a:pt x="0" y="296078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69"/>
              <a:buFont typeface="Arial"/>
              <a:buNone/>
            </a:pPr>
            <a:endParaRPr sz="6769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"/>
          <p:cNvSpPr txBox="1"/>
          <p:nvPr/>
        </p:nvSpPr>
        <p:spPr>
          <a:xfrm>
            <a:off x="117239" y="2549372"/>
            <a:ext cx="28813800" cy="32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1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34"/>
              <a:buFont typeface="Arial"/>
              <a:buNone/>
            </a:pPr>
            <a:r>
              <a:rPr lang="en-US" sz="9334" b="1" dirty="0">
                <a:latin typeface="Open Sans"/>
                <a:ea typeface="Open Sans"/>
                <a:cs typeface="Open Sans"/>
                <a:sym typeface="Open Sans"/>
              </a:rPr>
              <a:t>GESTÃO DE ASSINATURAS DE JOGOS EDUCACIONAIS</a:t>
            </a:r>
            <a:r>
              <a:rPr lang="en-US" sz="11634" b="1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1"/>
          <p:cNvSpPr txBox="1"/>
          <p:nvPr/>
        </p:nvSpPr>
        <p:spPr>
          <a:xfrm>
            <a:off x="15353293" y="23110704"/>
            <a:ext cx="12433206" cy="5284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102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r>
              <a:rPr lang="en-US" sz="3400" b="0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Fonte: </a:t>
            </a:r>
            <a:r>
              <a:rPr lang="en-US" sz="3400" b="0" i="0" u="none" strike="noStrike" cap="none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Autoria</a:t>
            </a:r>
            <a:r>
              <a:rPr lang="en-US" sz="3400" b="0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3400" b="0" i="0" u="none" strike="noStrike" cap="none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Própria</a:t>
            </a:r>
            <a:r>
              <a:rPr lang="en-US" sz="3400" b="0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(</a:t>
            </a:r>
            <a:r>
              <a:rPr lang="en-US" sz="3400" dirty="0">
                <a:latin typeface="Inter"/>
                <a:ea typeface="Inter"/>
                <a:cs typeface="Inter"/>
                <a:sym typeface="Inter"/>
              </a:rPr>
              <a:t>2026</a:t>
            </a:r>
            <a:r>
              <a:rPr lang="en-US" sz="3400" b="0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)</a:t>
            </a:r>
            <a:endParaRPr sz="3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"/>
          <p:cNvSpPr txBox="1"/>
          <p:nvPr/>
        </p:nvSpPr>
        <p:spPr>
          <a:xfrm>
            <a:off x="2561448" y="30828367"/>
            <a:ext cx="10186386" cy="619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62"/>
              <a:buFont typeface="Arial"/>
              <a:buNone/>
            </a:pPr>
            <a:r>
              <a:rPr lang="en-US" sz="4762" b="1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TECNOLOGIAS UTILIZADAS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1"/>
          <p:cNvSpPr txBox="1"/>
          <p:nvPr/>
        </p:nvSpPr>
        <p:spPr>
          <a:xfrm>
            <a:off x="16630200" y="9858095"/>
            <a:ext cx="10186386" cy="619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62"/>
              <a:buFont typeface="Arial"/>
              <a:buNone/>
            </a:pPr>
            <a:r>
              <a:rPr lang="en-US" sz="4762" b="1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RESULTADOS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"/>
          <p:cNvSpPr txBox="1"/>
          <p:nvPr/>
        </p:nvSpPr>
        <p:spPr>
          <a:xfrm>
            <a:off x="2644303" y="9858095"/>
            <a:ext cx="10186386" cy="619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62"/>
              <a:buFont typeface="Arial"/>
              <a:buNone/>
            </a:pPr>
            <a:r>
              <a:rPr lang="en-US" sz="4762" b="1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 PROBLEMA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1"/>
          <p:cNvSpPr txBox="1"/>
          <p:nvPr/>
        </p:nvSpPr>
        <p:spPr>
          <a:xfrm>
            <a:off x="2758254" y="20302839"/>
            <a:ext cx="10186386" cy="619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62"/>
              <a:buFont typeface="Arial"/>
              <a:buNone/>
            </a:pPr>
            <a:r>
              <a:rPr lang="en-US" sz="4762" b="1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 PROPOSTA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1"/>
          <p:cNvSpPr txBox="1"/>
          <p:nvPr/>
        </p:nvSpPr>
        <p:spPr>
          <a:xfrm>
            <a:off x="15852305" y="31564967"/>
            <a:ext cx="12527228" cy="7747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pt-BR" sz="3430" dirty="0"/>
              <a:t>FECAP. </a:t>
            </a:r>
            <a:r>
              <a:rPr lang="pt-BR" sz="3430" b="1" dirty="0"/>
              <a:t>Projeto Interdisciplinar ADS</a:t>
            </a:r>
            <a:r>
              <a:rPr lang="pt-BR" sz="3430" dirty="0"/>
              <a:t>, 2026.</a:t>
            </a:r>
          </a:p>
          <a:p>
            <a:endParaRPr lang="pt-BR" sz="3430" dirty="0"/>
          </a:p>
          <a:p>
            <a:r>
              <a:rPr lang="pt-BR" sz="3430" dirty="0"/>
              <a:t>ROSEN, K. </a:t>
            </a:r>
            <a:r>
              <a:rPr lang="pt-BR" sz="3430" b="1" dirty="0"/>
              <a:t>Matemática Discreta.</a:t>
            </a:r>
          </a:p>
          <a:p>
            <a:endParaRPr lang="pt-BR" sz="3430" dirty="0"/>
          </a:p>
          <a:p>
            <a:r>
              <a:rPr lang="pt-BR" sz="3430" dirty="0"/>
              <a:t>TANENBAUM, A. </a:t>
            </a:r>
            <a:r>
              <a:rPr lang="pt-BR" sz="3430" b="1" dirty="0"/>
              <a:t>Redes de Computadores.</a:t>
            </a:r>
          </a:p>
          <a:p>
            <a:endParaRPr lang="pt-BR" sz="3430" dirty="0"/>
          </a:p>
          <a:p>
            <a:r>
              <a:rPr lang="pt-BR" sz="3430" dirty="0"/>
              <a:t>ELMASRI, R. </a:t>
            </a:r>
            <a:r>
              <a:rPr lang="pt-BR" sz="3430" b="1" dirty="0"/>
              <a:t>Sistemas de Banco de Dados.</a:t>
            </a:r>
          </a:p>
          <a:p>
            <a:endParaRPr lang="pt-BR" sz="3430" dirty="0"/>
          </a:p>
          <a:p>
            <a:r>
              <a:rPr lang="pt-BR" sz="3430" dirty="0"/>
              <a:t>SOMMERVILLE, I. </a:t>
            </a:r>
            <a:r>
              <a:rPr lang="pt-BR" sz="3430" b="1" dirty="0"/>
              <a:t>Engenharia de Software.</a:t>
            </a:r>
          </a:p>
          <a:p>
            <a:endParaRPr lang="pt-BR" sz="3430" dirty="0"/>
          </a:p>
          <a:p>
            <a:r>
              <a:rPr lang="pt-BR" sz="3430" dirty="0"/>
              <a:t>MANZANO, J. </a:t>
            </a:r>
            <a:r>
              <a:rPr lang="pt-BR" sz="3430" b="1" dirty="0"/>
              <a:t>Algoritmos e Lógica de Programação.</a:t>
            </a:r>
            <a:endParaRPr lang="pt-BR" sz="3430" dirty="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3430" dirty="0"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4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endParaRPr sz="3430" dirty="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5" name="Google Shape;135;p1"/>
          <p:cNvSpPr txBox="1"/>
          <p:nvPr/>
        </p:nvSpPr>
        <p:spPr>
          <a:xfrm>
            <a:off x="1275398" y="31767746"/>
            <a:ext cx="13303138" cy="73746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pt-BR" sz="343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C#:</a:t>
            </a:r>
            <a:r>
              <a:rPr lang="pt-BR" sz="343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desenvolvimento da lógica e das funcionalidades do sistema.</a:t>
            </a:r>
          </a:p>
          <a:p>
            <a:endParaRPr lang="pt-BR" sz="343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pt-BR" sz="343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.NET:</a:t>
            </a:r>
            <a:r>
              <a:rPr lang="pt-BR" sz="343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criação e execução da aplicação desktop.</a:t>
            </a:r>
          </a:p>
          <a:p>
            <a:endParaRPr lang="pt-BR" sz="343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pt-BR" sz="3430" b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SQLite</a:t>
            </a:r>
            <a:r>
              <a:rPr lang="pt-BR" sz="343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  <a:r>
              <a:rPr lang="pt-BR" sz="343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armazenamento dos dados de escolas, jogos, pacotes e acessos.</a:t>
            </a:r>
          </a:p>
          <a:p>
            <a:endParaRPr lang="pt-BR" sz="343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pt-BR" sz="3430" b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Git</a:t>
            </a:r>
            <a:r>
              <a:rPr lang="pt-BR" sz="343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/GitHub:</a:t>
            </a:r>
            <a:r>
              <a:rPr lang="pt-BR" sz="343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controle de versão e organização do código.</a:t>
            </a:r>
          </a:p>
          <a:p>
            <a:endParaRPr lang="pt-BR" sz="343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pt-BR" sz="3430" b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Figma</a:t>
            </a:r>
            <a:r>
              <a:rPr lang="pt-BR" sz="343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/</a:t>
            </a:r>
            <a:r>
              <a:rPr lang="pt-BR" sz="3430" b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Canva</a:t>
            </a:r>
            <a:r>
              <a:rPr lang="pt-BR" sz="343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  <a:r>
              <a:rPr lang="pt-BR" sz="343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criação do layout e dos materiais visuais.</a:t>
            </a:r>
          </a:p>
          <a:p>
            <a:endParaRPr lang="pt-BR" sz="343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pt-BR" sz="343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Draw.io:</a:t>
            </a:r>
            <a:r>
              <a:rPr lang="pt-BR" sz="343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elaboração dos diagramas do sistema.</a:t>
            </a:r>
          </a:p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430" dirty="0">
              <a:latin typeface="Open Sans"/>
              <a:ea typeface="Open Sans"/>
              <a:cs typeface="Open Sans"/>
              <a:sym typeface="Open Sans"/>
            </a:endParaRPr>
          </a:p>
          <a:p>
            <a:pPr marL="91440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1"/>
          <p:cNvSpPr txBox="1"/>
          <p:nvPr/>
        </p:nvSpPr>
        <p:spPr>
          <a:xfrm>
            <a:off x="1645567" y="11390823"/>
            <a:ext cx="12562800" cy="63836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Escolas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que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utilizam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jogos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educacionais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precisam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controlar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quais games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estão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disponíveis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, quais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pacotes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foram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contratados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quantos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acessos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ainda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podem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ser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realizados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no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mês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e quais IPs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estão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autorizados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a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acessar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o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sistema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sz="3430" dirty="0"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4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endParaRPr sz="3430" dirty="0"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r>
              <a:rPr lang="en-US" sz="343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Sem </a:t>
            </a:r>
            <a:r>
              <a:rPr lang="en-US" sz="3430" dirty="0" err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uma</a:t>
            </a:r>
            <a:r>
              <a:rPr lang="en-US" sz="343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ferramenta de </a:t>
            </a:r>
            <a:r>
              <a:rPr lang="en-US" sz="3430" dirty="0" err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gestão</a:t>
            </a:r>
            <a:r>
              <a:rPr lang="en-US" sz="343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esse </a:t>
            </a:r>
            <a:r>
              <a:rPr lang="en-US" sz="3430" dirty="0" err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controle</a:t>
            </a:r>
            <a:r>
              <a:rPr lang="en-US" sz="343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pode</a:t>
            </a:r>
            <a:r>
              <a:rPr lang="en-US" sz="343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se </a:t>
            </a:r>
            <a:r>
              <a:rPr lang="en-US" sz="3430" dirty="0" err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tornar</a:t>
            </a:r>
            <a:r>
              <a:rPr lang="en-US" sz="343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manual, </a:t>
            </a:r>
            <a:r>
              <a:rPr lang="en-US" sz="3430" dirty="0" err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confuso</a:t>
            </a:r>
            <a:r>
              <a:rPr lang="en-US" sz="343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e </a:t>
            </a:r>
            <a:r>
              <a:rPr lang="en-US" sz="3430" dirty="0" err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sujeito</a:t>
            </a:r>
            <a:r>
              <a:rPr lang="en-US" sz="343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a </a:t>
            </a:r>
            <a:r>
              <a:rPr lang="en-US" sz="3430" dirty="0" err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erros</a:t>
            </a:r>
            <a:r>
              <a:rPr lang="en-US" sz="343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3430" dirty="0" err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dificultando</a:t>
            </a:r>
            <a:r>
              <a:rPr lang="en-US" sz="343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a </a:t>
            </a:r>
            <a:r>
              <a:rPr lang="en-US" sz="3430" dirty="0" err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organização</a:t>
            </a:r>
            <a:r>
              <a:rPr lang="en-US" sz="343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das </a:t>
            </a:r>
            <a:r>
              <a:rPr lang="en-US" sz="3430" dirty="0" err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assinaturas</a:t>
            </a:r>
            <a:r>
              <a:rPr lang="en-US" sz="343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e o </a:t>
            </a:r>
            <a:r>
              <a:rPr lang="en-US" sz="3430" dirty="0" err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acompanhamento</a:t>
            </a:r>
            <a:r>
              <a:rPr lang="en-US" sz="343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do </a:t>
            </a:r>
            <a:r>
              <a:rPr lang="en-US" sz="3430" dirty="0" err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consumo</a:t>
            </a:r>
            <a:r>
              <a:rPr lang="en-US" sz="343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mensal</a:t>
            </a:r>
            <a:endParaRPr sz="343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endParaRPr sz="3430" b="0" i="0" u="none" strike="noStrike" cap="none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7" name="Google Shape;137;p1"/>
          <p:cNvSpPr txBox="1"/>
          <p:nvPr/>
        </p:nvSpPr>
        <p:spPr>
          <a:xfrm>
            <a:off x="1570075" y="21473745"/>
            <a:ext cx="12562800" cy="9241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pt-BR" sz="343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 sistema propõe o desenvolvimento de um aplicativo desktop para auxiliar escolas na gestão de assinaturas de jogos educacionais.</a:t>
            </a:r>
          </a:p>
          <a:p>
            <a:endParaRPr lang="pt-BR" sz="343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pt-BR" sz="343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 solução permitirá cadastrar escolas, jogos e pacotes contratados, controlar acessos por IP autorizado, verificar a validade das assinaturas e acompanhar o limite mensal de uso de cada pacote</a:t>
            </a:r>
          </a:p>
          <a:p>
            <a:endParaRPr lang="pt-BR" sz="343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en-US" sz="3430" dirty="0">
                <a:solidFill>
                  <a:schemeClr val="dk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O software integra </a:t>
            </a:r>
            <a:r>
              <a:rPr lang="en-US" sz="3430" dirty="0" err="1">
                <a:solidFill>
                  <a:schemeClr val="dk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conceitos</a:t>
            </a:r>
            <a:r>
              <a:rPr lang="en-US" sz="3430" dirty="0">
                <a:solidFill>
                  <a:schemeClr val="dk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 de </a:t>
            </a:r>
            <a:r>
              <a:rPr lang="en-US" sz="3430" dirty="0" err="1">
                <a:solidFill>
                  <a:schemeClr val="dk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lógica</a:t>
            </a:r>
            <a:r>
              <a:rPr lang="en-US" sz="3430" dirty="0">
                <a:solidFill>
                  <a:schemeClr val="dk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 de </a:t>
            </a:r>
            <a:r>
              <a:rPr lang="en-US" sz="3430" dirty="0" err="1">
                <a:solidFill>
                  <a:schemeClr val="dk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programação</a:t>
            </a:r>
            <a:r>
              <a:rPr lang="en-US" sz="3430" dirty="0">
                <a:solidFill>
                  <a:schemeClr val="dk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, banco de dados, redes de </a:t>
            </a:r>
            <a:r>
              <a:rPr lang="en-US" sz="3430" dirty="0" err="1">
                <a:solidFill>
                  <a:schemeClr val="dk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computadores</a:t>
            </a:r>
            <a:r>
              <a:rPr lang="en-US" sz="3430" dirty="0">
                <a:solidFill>
                  <a:schemeClr val="dk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, </a:t>
            </a:r>
            <a:r>
              <a:rPr lang="en-US" sz="3430" dirty="0" err="1">
                <a:solidFill>
                  <a:schemeClr val="dk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matemática</a:t>
            </a:r>
            <a:r>
              <a:rPr lang="en-US" sz="3430" dirty="0">
                <a:solidFill>
                  <a:schemeClr val="dk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 </a:t>
            </a:r>
            <a:r>
              <a:rPr lang="en-US" sz="3430" dirty="0" err="1">
                <a:solidFill>
                  <a:schemeClr val="dk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discreta</a:t>
            </a:r>
            <a:r>
              <a:rPr lang="en-US" sz="3430" dirty="0">
                <a:solidFill>
                  <a:schemeClr val="dk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 e </a:t>
            </a:r>
            <a:r>
              <a:rPr lang="en-US" sz="3430" dirty="0" err="1">
                <a:solidFill>
                  <a:schemeClr val="dk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arquitetura</a:t>
            </a:r>
            <a:r>
              <a:rPr lang="en-US" sz="3430" dirty="0">
                <a:solidFill>
                  <a:schemeClr val="dk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 de software.</a:t>
            </a:r>
            <a:endParaRPr lang="pt-BR" sz="343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just" rtl="0">
              <a:lnSpc>
                <a:spcPct val="14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endParaRPr sz="3430" dirty="0"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endParaRPr sz="3430" b="0" i="0" u="none" strike="noStrike" cap="none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endParaRPr sz="3430" b="0" i="0" u="none" strike="noStrike" cap="none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8" name="Google Shape;138;p1"/>
          <p:cNvSpPr txBox="1"/>
          <p:nvPr/>
        </p:nvSpPr>
        <p:spPr>
          <a:xfrm>
            <a:off x="136933" y="39681833"/>
            <a:ext cx="28242600" cy="183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55"/>
              <a:buFont typeface="Arial"/>
              <a:buNone/>
            </a:pPr>
            <a:r>
              <a:rPr lang="en-US" sz="4955" b="1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IV SEMANA FECAP DE TECNOLOGIA - 2026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55"/>
              <a:buFont typeface="Arial"/>
              <a:buNone/>
            </a:pPr>
            <a:r>
              <a:rPr lang="en-US" sz="4955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Fundação Escola de Comércio Álvares Penteado - FECAP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1"/>
          <p:cNvSpPr txBox="1"/>
          <p:nvPr/>
        </p:nvSpPr>
        <p:spPr>
          <a:xfrm>
            <a:off x="15897503" y="10736441"/>
            <a:ext cx="11904300" cy="10173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pt-BR" sz="343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Com o sistema, espera-se que a aplicação permita:</a:t>
            </a:r>
          </a:p>
          <a:p>
            <a:endParaRPr lang="pt-BR" sz="343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pt-BR" sz="343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Cadastrar escolas, jogos educacionais e pacotes de assinatura. </a:t>
            </a:r>
          </a:p>
          <a:p>
            <a:endParaRPr lang="pt-BR" sz="343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pt-BR" sz="343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Controlar quais escolas possuem pacotes ativos. </a:t>
            </a:r>
          </a:p>
          <a:p>
            <a:endParaRPr lang="pt-BR" sz="343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pt-BR" sz="343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Validar o acesso ao sistema por meio de IP autorizado.</a:t>
            </a:r>
          </a:p>
          <a:p>
            <a:r>
              <a:rPr lang="pt-BR" sz="343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</a:p>
          <a:p>
            <a:r>
              <a:rPr lang="pt-BR" sz="343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Registrar os acessos realizados pelas escolas. </a:t>
            </a:r>
          </a:p>
          <a:p>
            <a:endParaRPr lang="pt-BR" sz="343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pt-BR" sz="343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Bloquear acessos quando o limite mensal for atingido. </a:t>
            </a:r>
          </a:p>
          <a:p>
            <a:endParaRPr lang="pt-BR" sz="343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pt-BR" sz="343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Gerar relatórios sobre consumo mensal e utilização dos pacotes. </a:t>
            </a:r>
          </a:p>
          <a:p>
            <a:endParaRPr lang="pt-BR" sz="343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pt-BR" sz="343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Melhorar a organização, segurança e rastreabilidade da gestão de assinaturas.</a:t>
            </a:r>
          </a:p>
          <a:p>
            <a:pPr>
              <a:lnSpc>
                <a:spcPct val="114999"/>
              </a:lnSpc>
              <a:spcBef>
                <a:spcPts val="1200"/>
              </a:spcBef>
              <a:buSzPts val="1100"/>
            </a:pPr>
            <a:endParaRPr lang="en-US" sz="3400" dirty="0">
              <a:latin typeface="Open Sans"/>
              <a:ea typeface="Open Sans"/>
              <a:cs typeface="Open Sans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63E58687-1514-9C89-A889-6BA242B0F58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759551" y="20774903"/>
            <a:ext cx="11953445" cy="7150883"/>
          </a:xfrm>
          <a:prstGeom prst="rect">
            <a:avLst/>
          </a:prstGeom>
        </p:spPr>
      </p:pic>
      <p:sp>
        <p:nvSpPr>
          <p:cNvPr id="3" name="Google Shape;127;p1">
            <a:extLst>
              <a:ext uri="{FF2B5EF4-FFF2-40B4-BE49-F238E27FC236}">
                <a16:creationId xmlns:a16="http://schemas.microsoft.com/office/drawing/2014/main" id="{6DD393AF-952E-218B-FFA5-F32C53AFE139}"/>
              </a:ext>
            </a:extLst>
          </p:cNvPr>
          <p:cNvSpPr txBox="1"/>
          <p:nvPr/>
        </p:nvSpPr>
        <p:spPr>
          <a:xfrm>
            <a:off x="-414574" y="5449928"/>
            <a:ext cx="29345613" cy="3379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40025"/>
              </a:lnSpc>
            </a:pPr>
            <a:r>
              <a:rPr lang="en-US" sz="4762" b="1" dirty="0" err="1">
                <a:latin typeface="Open Sans"/>
                <a:ea typeface="Open Sans"/>
                <a:cs typeface="Open Sans"/>
                <a:sym typeface="Open Sans"/>
              </a:rPr>
              <a:t>Integrantes</a:t>
            </a:r>
            <a:r>
              <a:rPr lang="en-US" sz="4762" b="1" dirty="0">
                <a:latin typeface="Open Sans"/>
                <a:ea typeface="Open Sans"/>
                <a:cs typeface="Open Sans"/>
                <a:sym typeface="Open Sans"/>
              </a:rPr>
              <a:t>: </a:t>
            </a:r>
            <a:r>
              <a:rPr lang="en-US" sz="4762" b="1" dirty="0" err="1">
                <a:latin typeface="Open Sans"/>
                <a:ea typeface="Open Sans"/>
                <a:cs typeface="Open Sans"/>
                <a:sym typeface="Open Sans"/>
              </a:rPr>
              <a:t>Cauã</a:t>
            </a:r>
            <a:r>
              <a:rPr lang="en-US" sz="4762" b="1" dirty="0">
                <a:latin typeface="Open Sans"/>
                <a:ea typeface="Open Sans"/>
                <a:cs typeface="Open Sans"/>
                <a:sym typeface="Open Sans"/>
              </a:rPr>
              <a:t> Nascimento</a:t>
            </a:r>
            <a:r>
              <a:rPr lang="en-US" sz="4762" b="1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 Gabriel Neves, Paulo </a:t>
            </a:r>
            <a:r>
              <a:rPr lang="en-US" sz="4762" b="1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Marcelli</a:t>
            </a:r>
            <a:r>
              <a:rPr lang="en-US" sz="4762" b="1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pt-BR" sz="4762" b="1" dirty="0">
                <a:latin typeface="Open Sans"/>
                <a:ea typeface="Open Sans"/>
                <a:cs typeface="Open Sans"/>
                <a:sym typeface="Open Sans"/>
              </a:rPr>
              <a:t>Pedro Henrique </a:t>
            </a:r>
          </a:p>
          <a:p>
            <a:pPr lvl="0" algn="ctr">
              <a:lnSpc>
                <a:spcPct val="140025"/>
              </a:lnSpc>
            </a:pPr>
            <a:r>
              <a:rPr lang="en-US" sz="4762" b="1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Orientadores</a:t>
            </a:r>
            <a:r>
              <a:rPr lang="en-US" sz="4762" b="1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: </a:t>
            </a:r>
            <a:r>
              <a:rPr lang="en-US" sz="4760" b="1" dirty="0" err="1"/>
              <a:t>Aimar</a:t>
            </a:r>
            <a:r>
              <a:rPr lang="en-US" sz="4760" b="1" dirty="0"/>
              <a:t> Lopes, Daniel </a:t>
            </a:r>
            <a:r>
              <a:rPr lang="en-US" sz="4760" b="1" dirty="0" err="1"/>
              <a:t>Tressoldi</a:t>
            </a:r>
            <a:r>
              <a:rPr lang="en-US" sz="4760" b="1" dirty="0"/>
              <a:t>, Eduardo</a:t>
            </a:r>
            <a:r>
              <a:rPr lang="en-US" sz="4760" dirty="0"/>
              <a:t> </a:t>
            </a:r>
            <a:r>
              <a:rPr lang="en-US" sz="4760" b="1" dirty="0"/>
              <a:t>Savino</a:t>
            </a:r>
            <a:r>
              <a:rPr lang="en-US" sz="4760" dirty="0"/>
              <a:t>,</a:t>
            </a:r>
            <a:r>
              <a:rPr lang="en-US" sz="4760" b="1" dirty="0"/>
              <a:t> Lucy Mari, Renata Muniz, Ronaldo Araujo</a:t>
            </a:r>
            <a:endParaRPr lang="pt-BR" sz="4760" dirty="0"/>
          </a:p>
          <a:p>
            <a:pPr marL="0" marR="0" lvl="0" indent="0" algn="ctr" rtl="0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Banner_FECAP_ADS1_GRUPO4</Template>
  <TotalTime>121</TotalTime>
  <Words>408</Words>
  <Application>Microsoft Office PowerPoint</Application>
  <PresentationFormat>Personalizar</PresentationFormat>
  <Paragraphs>59</Paragraphs>
  <Slides>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Inter</vt:lpstr>
      <vt:lpstr>Calibri</vt:lpstr>
      <vt:lpstr>Arial</vt:lpstr>
      <vt:lpstr>Open Sans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Paulo Marcelli</dc:creator>
  <cp:lastModifiedBy>Paulo Miguel Miranda Marcelli</cp:lastModifiedBy>
  <cp:revision>4</cp:revision>
  <dcterms:created xsi:type="dcterms:W3CDTF">2026-05-03T20:59:50Z</dcterms:created>
  <dcterms:modified xsi:type="dcterms:W3CDTF">2026-05-09T00:42:48Z</dcterms:modified>
</cp:coreProperties>
</file>