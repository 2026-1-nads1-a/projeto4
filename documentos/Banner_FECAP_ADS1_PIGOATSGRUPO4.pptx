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66" y="19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846797" y="13444639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191291" y="30030539"/>
            <a:ext cx="12549970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5066819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524828" y="15628875"/>
            <a:ext cx="11904157" cy="7581049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05676" y="3853646"/>
            <a:ext cx="28813765" cy="177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1005"/>
              </a:lnSpc>
            </a:pPr>
            <a:r>
              <a:rPr lang="pt-BR" sz="11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Gestão de Assinaturas Educacionais</a:t>
            </a:r>
            <a:r>
              <a:rPr lang="pt-BR" sz="11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sz="11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-181583" y="5434597"/>
            <a:ext cx="28876332" cy="307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pt-BR" sz="476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Cauã Nascimento, Gabriel Neves, Paulo Marcelli, Pedro Henrique</a:t>
            </a:r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pt-BR" sz="47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Aimar Lopes, Daniel </a:t>
            </a:r>
            <a:r>
              <a:rPr lang="pt-BR" sz="476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Tressoldi</a:t>
            </a:r>
            <a:r>
              <a:rPr lang="pt-BR" sz="47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Eduardo </a:t>
            </a:r>
            <a:r>
              <a:rPr lang="pt-BR" sz="476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Savino</a:t>
            </a:r>
            <a:r>
              <a:rPr lang="pt-BR" sz="47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Lucy Mari, Renata Muniz, Ronaldo Araujo</a:t>
            </a:r>
            <a:endParaRPr sz="476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4911123" y="23479624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475983" y="31589576"/>
            <a:ext cx="12188277" cy="633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FECAP. </a:t>
            </a:r>
            <a:r>
              <a:rPr lang="en-US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Projeto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Interdisciplinar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ADS, 2026.</a:t>
            </a:r>
          </a:p>
          <a:p>
            <a:endParaRPr lang="en-US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PRENSKY, M. </a:t>
            </a:r>
            <a:r>
              <a:rPr lang="en-US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Game-Based Learning.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Computers in Entertainment, v. 1, n. 1, p. 21-21, 2003.</a:t>
            </a:r>
          </a:p>
          <a:p>
            <a:endParaRPr lang="en-US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GROS, B. </a:t>
            </a:r>
            <a:r>
              <a:rPr lang="en-US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games in education: The design of games-based learning environments.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Journal of Research on Technology in Education, v. 40, n. 1, p. 23-38, 2007.</a:t>
            </a:r>
          </a:p>
          <a:p>
            <a:endParaRPr lang="en-US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KIILI, K. </a:t>
            </a:r>
            <a:r>
              <a:rPr lang="en-US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game-based learning: Towards an experiential gaming model.</a:t>
            </a:r>
            <a:r>
              <a:rPr lang="en-US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Internet and Higher Education, v. 8, n. 1, p. 13-24, 2005</a:t>
            </a:r>
            <a:r>
              <a:rPr lang="en-US" dirty="0"/>
              <a:t>.</a:t>
            </a:r>
          </a:p>
        </p:txBody>
      </p:sp>
      <p:sp>
        <p:nvSpPr>
          <p:cNvPr id="135" name="Google Shape;135;p1"/>
          <p:cNvSpPr txBox="1"/>
          <p:nvPr/>
        </p:nvSpPr>
        <p:spPr>
          <a:xfrm>
            <a:off x="1280950" y="31776470"/>
            <a:ext cx="13050921" cy="633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C#: desenvolvimento da lógica e das funcionalidades do sistema.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.NET: criação e execução da aplicação desktop. </a:t>
            </a:r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SQLite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armazenamento dos dados de escolas, jogos, pacotes e acessos.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/GitHub: controle de versão e organização do código.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Figma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Canva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criação do layout e dos materiais visuais.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Draw.io: elaboração dos diagramas do sistema.</a:t>
            </a:r>
            <a:endParaRPr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25010" y="10970785"/>
            <a:ext cx="12562800" cy="738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Escolas que utilizam jogos educacionais precisam controlar quais games estão disponíveis, quais pacotes foram contratados, quantos acessos ainda podem ser realizados no mês e quais </a:t>
            </a:r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estão autorizados a acessar o sistema.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 que os jogos são importantes nas escolas: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Os jogos educacionais são ferramentas pedagógicas comprovadas que aumentam o engajamento dos alunos, melhoram a retenção de conhecimento, promovem o aprendizado colaborativo e facilitam a gamificação do ensino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 uma ferramenta de gestão, esse controle pode se tornar manual, confuso e sujeito a erros, dificultando a organização das assinaturas e o acompanhamento do consumo mensal.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1456096" y="21600319"/>
            <a:ext cx="12562800" cy="791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sistema propõe o desenvolvimento de um aplicativo desktop voltado para auxiliar escolas na gestão de assinaturas de jogos educacionais, tornando esse processo mais organizado, seguro e eficiente.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solução permitirá cadastrar escolas, jogos e pacotes contratados, controlar acessos por meio de IP autorizado, verificar a validade das assinaturas e acompanhar o limite mensal de uso de cada pacote.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Além disso, o software contribuirá para reduzir erros no controle manual, facilitar a consulta de informações e oferecer maior rastreabilidade sobre os acessos realizados.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sz="343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40276" y="10766784"/>
            <a:ext cx="11904157" cy="475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Nosso sistema permite que a escola gerencie, em uma única aplicação, os jogos educacionais, os pacotes contratados e as escolas cadastradas. A partir disso, será possível identificar quais jogos estão disponíveis para cada escola, quais assinaturas estão ativas e quais acessos ainda podem ser realizados dentro do limite mensal.</a:t>
            </a:r>
          </a:p>
        </p:txBody>
      </p:sp>
      <p:sp>
        <p:nvSpPr>
          <p:cNvPr id="140" name="Google Shape;140;p1"/>
          <p:cNvSpPr txBox="1"/>
          <p:nvPr/>
        </p:nvSpPr>
        <p:spPr>
          <a:xfrm>
            <a:off x="15640276" y="24103392"/>
            <a:ext cx="11652000" cy="707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nosso sistema valida o acesso por meio do IP autorizado, registra cada utilização feita pelas escolas e bloqueia automaticamente novos acessos quando o limite mensal é atingido. 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isso, buscamos facilitar o controle das assinaturas, melhorar a organização das informações e gerar relatórios que auxiliem no acompanhamento do consumo dos pacotes.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551</Words>
  <Application>Microsoft Office PowerPoint</Application>
  <PresentationFormat>Personalizar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Arial</vt:lpstr>
      <vt:lpstr>Calibri</vt:lpstr>
      <vt:lpstr>Inter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Cauã Santos Nascimento 26028505</cp:lastModifiedBy>
  <cp:revision>6</cp:revision>
  <dcterms:created xsi:type="dcterms:W3CDTF">2006-08-16T00:00:00Z</dcterms:created>
  <dcterms:modified xsi:type="dcterms:W3CDTF">2026-05-11T02:28:12Z</dcterms:modified>
</cp:coreProperties>
</file>